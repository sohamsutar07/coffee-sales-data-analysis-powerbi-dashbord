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79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"/>
            <a:ext cx="109728" cy="4864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91440"/>
            <a:ext cx="4389120" cy="475488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548640"/>
            <a:ext cx="3200400" cy="32004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FC84A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0972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" y="3200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3152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4937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</a:t>
            </a: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Coffee Sales Data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Excel  ·  SQL  ·  Python  ·  Power BI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" y="3456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Analyst Project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" y="38496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4224528"/>
            <a:ext cx="1133856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22452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81912" y="4224528"/>
            <a:ext cx="1133856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912" y="422452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43784" y="4224528"/>
            <a:ext cx="1133856" cy="38404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422452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05656" y="4224528"/>
            <a:ext cx="1133856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05656" y="422452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helps businesses make data-driven decisions.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coffee shop sales data.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information about coffee products, sales amounts, payment methods, and dates.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understand sales patterns and product performance.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1389888"/>
            <a:ext cx="1572768" cy="1005840"/>
          </a:xfrm>
          <a:prstGeom prst="rect">
            <a:avLst/>
          </a:prstGeom>
          <a:solidFill>
            <a:srgbClr val="1C2E45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389888"/>
            <a:ext cx="157276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6712" y="1389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96712" y="1728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POS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389888"/>
            <a:ext cx="1572768" cy="1005840"/>
          </a:xfrm>
          <a:prstGeom prst="rect">
            <a:avLst/>
          </a:prstGeom>
          <a:solidFill>
            <a:srgbClr val="1C2E45"/>
          </a:solidFill>
          <a:ln w="1524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1389888"/>
            <a:ext cx="1572768" cy="2926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1389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1728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2532888"/>
            <a:ext cx="1572768" cy="1005840"/>
          </a:xfrm>
          <a:prstGeom prst="rect">
            <a:avLst/>
          </a:prstGeom>
          <a:solidFill>
            <a:srgbClr val="1C2E45"/>
          </a:solidFill>
          <a:ln w="15240">
            <a:solidFill>
              <a:srgbClr val="2980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532888"/>
            <a:ext cx="1572768" cy="2926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6712" y="2532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96712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Transactions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2532888"/>
            <a:ext cx="1572768" cy="1005840"/>
          </a:xfrm>
          <a:prstGeom prst="rect">
            <a:avLst/>
          </a:prstGeom>
          <a:solidFill>
            <a:srgbClr val="1C2E45"/>
          </a:solidFill>
          <a:ln w="1524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2532888"/>
            <a:ext cx="1572768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2532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88352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sales insights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1C2E4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50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Used in This Project: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995928"/>
            <a:ext cx="123444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9959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995928"/>
            <a:ext cx="1234440" cy="320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9959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3995928"/>
            <a:ext cx="1234440" cy="3200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9959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0" y="3995928"/>
            <a:ext cx="123444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9959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plays a specific role — from cleaning data to building visual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 &amp; Objective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749808"/>
          </a:xfrm>
          <a:prstGeom prst="rect">
            <a:avLst/>
          </a:prstGeom>
          <a:solidFill>
            <a:srgbClr val="1C2E45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73152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" y="144475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126187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coffee product generates the most revenue?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261872"/>
            <a:ext cx="4206240" cy="749808"/>
          </a:xfrm>
          <a:prstGeom prst="rect">
            <a:avLst/>
          </a:prstGeom>
          <a:solidFill>
            <a:srgbClr val="1C2E45"/>
          </a:solidFill>
          <a:ln w="190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61872"/>
            <a:ext cx="73152" cy="7498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55464" y="1444752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76088" y="126187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sales trends over time?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2176272"/>
            <a:ext cx="4206240" cy="749808"/>
          </a:xfrm>
          <a:prstGeom prst="rect">
            <a:avLst/>
          </a:prstGeom>
          <a:solidFill>
            <a:srgbClr val="1C2E45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176272"/>
            <a:ext cx="73152" cy="7498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" y="2359152"/>
            <a:ext cx="347472" cy="34747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217627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 is used most often?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2176272"/>
            <a:ext cx="4206240" cy="749808"/>
          </a:xfrm>
          <a:prstGeom prst="rect">
            <a:avLst/>
          </a:prstGeom>
          <a:solidFill>
            <a:srgbClr val="1C2E45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76272"/>
            <a:ext cx="73152" cy="7498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55464" y="2359152"/>
            <a:ext cx="347472" cy="34747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217627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sales insights improve business decisions?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8503920" cy="1481328"/>
          </a:xfrm>
          <a:prstGeom prst="rect">
            <a:avLst/>
          </a:prstGeom>
          <a:solidFill>
            <a:srgbClr val="1C2E45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200400"/>
            <a:ext cx="8503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60273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coffee sales data and extract meaningful insights using data analytics tools — helping the business understand product performance, customer preferences, and revenue trends.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DATA CLEANING  —  EXCEL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16459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95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Microsoft Excel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2743200" cy="1389888"/>
          </a:xfrm>
          <a:prstGeom prst="rect">
            <a:avLst/>
          </a:prstGeom>
          <a:solidFill>
            <a:srgbClr val="1C2E45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344168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Import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9768" y="1719072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imported into Microsoft Excel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row count and column structure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261872"/>
            <a:ext cx="2743200" cy="1389888"/>
          </a:xfrm>
          <a:prstGeom prst="rect">
            <a:avLst/>
          </a:prstGeom>
          <a:solidFill>
            <a:srgbClr val="1C2E45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44168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6732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55848" y="1719072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using COUNTBLANK()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or removed incomplete records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261872"/>
            <a:ext cx="2743200" cy="1389888"/>
          </a:xfrm>
          <a:prstGeom prst="rect">
            <a:avLst/>
          </a:prstGeom>
          <a:solidFill>
            <a:srgbClr val="1C2E45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344168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340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81928" y="1719072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 for each column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date and number formatting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11173" y="2862072"/>
            <a:ext cx="2743200" cy="1389888"/>
          </a:xfrm>
          <a:prstGeom prst="rect">
            <a:avLst/>
          </a:prstGeom>
          <a:solidFill>
            <a:srgbClr val="1C2E45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51902" y="292608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36039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96946" y="295057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813365" y="3410712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product names and categories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563" y="2862072"/>
            <a:ext cx="2743200" cy="1389888"/>
          </a:xfrm>
          <a:prstGeom prst="rect">
            <a:avLst/>
          </a:prstGeom>
          <a:solidFill>
            <a:srgbClr val="1C2E45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1289" y="2958084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91847" y="29580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55775" y="2958084"/>
            <a:ext cx="20784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13147" y="3429000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 clean dataset for analysis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CSV for SQL and Python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81928" y="3273552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AB082-0671-9214-DDBE-A84115C0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555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6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USING SQL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3977640" cy="4005072"/>
          </a:xfrm>
          <a:prstGeom prst="rect">
            <a:avLst/>
          </a:prstGeom>
          <a:solidFill>
            <a:srgbClr val="1C2E45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795528"/>
            <a:ext cx="397764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795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234440"/>
            <a:ext cx="64008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2344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SQL queries to analyze sales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1709928"/>
            <a:ext cx="64008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7099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total sales revenue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2185416"/>
            <a:ext cx="64008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1854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product-wise sales performance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2660904"/>
            <a:ext cx="64008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6609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payment method distribution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Sales Query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SUM(revenue) FROM coffee_sales;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Wise Sales Query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product, SUM(revenue)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coffee_sales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product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2 DESC;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795528"/>
            <a:ext cx="4343400" cy="4005072"/>
          </a:xfrm>
          <a:prstGeom prst="rect">
            <a:avLst/>
          </a:prstGeom>
          <a:solidFill>
            <a:srgbClr val="0D1117"/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795528"/>
            <a:ext cx="434340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4480560" y="79552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◉  SQL Query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122529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139903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157276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174650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19202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209397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26771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17720" y="244144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7720" y="261518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17720" y="278892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17720" y="296265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7720" y="3136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17720" y="33101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17720" y="348386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17720" y="365760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17720" y="383133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400507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0" y="4480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4E46359-E8EE-3F6F-8579-9E39B953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1" y="1143000"/>
            <a:ext cx="428253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USING PYTHON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2011680" cy="38404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95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795528"/>
            <a:ext cx="201168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795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795528"/>
            <a:ext cx="20116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795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795528"/>
            <a:ext cx="201168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795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1437728"/>
            <a:ext cx="8503920" cy="1565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Python (Pandas, NumPy) for data analysis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Matplotlib for data visualization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sales patterns and product performance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2212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 by Product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CA0773-FEA5-310B-050F-5ABC484A4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001" y="517488"/>
            <a:ext cx="2595599" cy="2003743"/>
          </a:xfrm>
          <a:prstGeom prst="rect">
            <a:avLst/>
          </a:prstGeom>
        </p:spPr>
      </p:pic>
      <p:sp>
        <p:nvSpPr>
          <p:cNvPr id="3" name="Shape 16">
            <a:extLst>
              <a:ext uri="{FF2B5EF4-FFF2-40B4-BE49-F238E27FC236}">
                <a16:creationId xmlns:a16="http://schemas.microsoft.com/office/drawing/2014/main" id="{B2BE9749-2CF0-5546-F345-BF8EAE5B8A1E}"/>
              </a:ext>
            </a:extLst>
          </p:cNvPr>
          <p:cNvSpPr/>
          <p:nvPr/>
        </p:nvSpPr>
        <p:spPr>
          <a:xfrm>
            <a:off x="780433" y="86802"/>
            <a:ext cx="2861368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B2E7F-C182-6D85-BD7A-301E6D0E4D3F}"/>
              </a:ext>
            </a:extLst>
          </p:cNvPr>
          <p:cNvSpPr txBox="1"/>
          <p:nvPr/>
        </p:nvSpPr>
        <p:spPr>
          <a:xfrm>
            <a:off x="1103972" y="728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 by Product</a:t>
            </a:r>
            <a:endParaRPr lang="en-US" sz="1800" dirty="0"/>
          </a:p>
        </p:txBody>
      </p:sp>
      <p:sp>
        <p:nvSpPr>
          <p:cNvPr id="6" name="Shape 26">
            <a:extLst>
              <a:ext uri="{FF2B5EF4-FFF2-40B4-BE49-F238E27FC236}">
                <a16:creationId xmlns:a16="http://schemas.microsoft.com/office/drawing/2014/main" id="{F924057B-9778-3974-7BDE-F25435CAB76A}"/>
              </a:ext>
            </a:extLst>
          </p:cNvPr>
          <p:cNvSpPr/>
          <p:nvPr/>
        </p:nvSpPr>
        <p:spPr>
          <a:xfrm>
            <a:off x="756677" y="2759733"/>
            <a:ext cx="2885124" cy="31089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41965-10A8-1D5D-B0A5-FDE8367FE84D}"/>
              </a:ext>
            </a:extLst>
          </p:cNvPr>
          <p:cNvSpPr txBox="1"/>
          <p:nvPr/>
        </p:nvSpPr>
        <p:spPr>
          <a:xfrm>
            <a:off x="1029630" y="26948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Analysis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46DD2B-1AE3-6D54-F4D8-C108647C7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18" y="3167836"/>
            <a:ext cx="2595599" cy="1815469"/>
          </a:xfrm>
          <a:prstGeom prst="rect">
            <a:avLst/>
          </a:prstGeom>
        </p:spPr>
      </p:pic>
      <p:sp>
        <p:nvSpPr>
          <p:cNvPr id="11" name="Shape 21">
            <a:extLst>
              <a:ext uri="{FF2B5EF4-FFF2-40B4-BE49-F238E27FC236}">
                <a16:creationId xmlns:a16="http://schemas.microsoft.com/office/drawing/2014/main" id="{BD198C74-D91C-FD56-3E3F-61E1E5481991}"/>
              </a:ext>
            </a:extLst>
          </p:cNvPr>
          <p:cNvSpPr/>
          <p:nvPr/>
        </p:nvSpPr>
        <p:spPr>
          <a:xfrm>
            <a:off x="4970117" y="116020"/>
            <a:ext cx="2861368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A1089-99A1-79C9-00D0-B6324FC7E2CE}"/>
              </a:ext>
            </a:extLst>
          </p:cNvPr>
          <p:cNvSpPr txBox="1"/>
          <p:nvPr/>
        </p:nvSpPr>
        <p:spPr>
          <a:xfrm>
            <a:off x="5430645" y="575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Trend</a:t>
            </a:r>
            <a:endParaRPr lang="en-US" sz="1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192CAE-DD9B-D2F4-B22B-9CFC4B213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352" y="3061195"/>
            <a:ext cx="2566905" cy="18154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E31E40-B6D8-BD38-670A-C4DBE0E0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48" y="539390"/>
            <a:ext cx="2504669" cy="1930350"/>
          </a:xfrm>
          <a:prstGeom prst="rect">
            <a:avLst/>
          </a:prstGeom>
        </p:spPr>
      </p:pic>
      <p:sp>
        <p:nvSpPr>
          <p:cNvPr id="24" name="Shape 31">
            <a:extLst>
              <a:ext uri="{FF2B5EF4-FFF2-40B4-BE49-F238E27FC236}">
                <a16:creationId xmlns:a16="http://schemas.microsoft.com/office/drawing/2014/main" id="{DFFC0F33-E59E-09A5-7269-AD7E6C65EA97}"/>
              </a:ext>
            </a:extLst>
          </p:cNvPr>
          <p:cNvSpPr/>
          <p:nvPr/>
        </p:nvSpPr>
        <p:spPr>
          <a:xfrm>
            <a:off x="5026121" y="2604285"/>
            <a:ext cx="2861368" cy="31089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9C36B0-4CD2-274E-F4C9-0B5DD889B409}"/>
              </a:ext>
            </a:extLst>
          </p:cNvPr>
          <p:cNvSpPr txBox="1"/>
          <p:nvPr/>
        </p:nvSpPr>
        <p:spPr>
          <a:xfrm>
            <a:off x="5026121" y="2553029"/>
            <a:ext cx="500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Histogram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3750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125272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199339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1BFEE1D-B720-DA42-FD86-041A0DCB4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569122"/>
            <a:ext cx="786384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795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4206240" cy="1298448"/>
          </a:xfrm>
          <a:prstGeom prst="rect">
            <a:avLst/>
          </a:prstGeom>
          <a:solidFill>
            <a:srgbClr val="1C2E45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07008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07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Top Product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is the highest selling coffee product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4206240" cy="1298448"/>
          </a:xfrm>
          <a:prstGeom prst="rect">
            <a:avLst/>
          </a:prstGeom>
          <a:solidFill>
            <a:srgbClr val="1C2E45"/>
          </a:solidFill>
          <a:ln w="190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07008"/>
            <a:ext cx="4206240" cy="3474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07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Method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are used more frequently than cash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4206240" cy="1298448"/>
          </a:xfrm>
          <a:prstGeom prst="rect">
            <a:avLst/>
          </a:prstGeom>
          <a:solidFill>
            <a:srgbClr val="1C2E45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70048"/>
            <a:ext cx="420624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Sales Trends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vary across different months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9160" y="2670048"/>
            <a:ext cx="4206240" cy="1298448"/>
          </a:xfrm>
          <a:prstGeom prst="rect">
            <a:avLst/>
          </a:prstGeom>
          <a:solidFill>
            <a:srgbClr val="1C2E45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70048"/>
            <a:ext cx="420624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1272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helps identify top-performing products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1C2E4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Takeaway: Focusing on top products (Latte) and promoting digital payments during off-peak months can significantly boost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1440"/>
            <a:ext cx="914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0" y="91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206240" cy="1755648"/>
          </a:xfrm>
          <a:prstGeom prst="rect">
            <a:avLst/>
          </a:prstGeom>
          <a:solidFill>
            <a:srgbClr val="1C2E45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96112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8961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High-Selling Products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" y="1371600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Latte and top products prominently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bundle offers with top sellers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bestsellers in loyalty rewards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206240" cy="1755648"/>
          </a:xfrm>
          <a:prstGeom prst="rect">
            <a:avLst/>
          </a:prstGeom>
          <a:solidFill>
            <a:srgbClr val="1C2E45"/>
          </a:solidFill>
          <a:ln w="190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896112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8961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During Low-Sales Periods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64608" y="1371600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discounts during slow months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seasonal promotional campaigns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sales data to time promotions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4206240" cy="1755648"/>
          </a:xfrm>
          <a:prstGeom prst="rect">
            <a:avLst/>
          </a:prstGeom>
          <a:solidFill>
            <a:srgbClr val="1C2E45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16352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28163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Planning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" y="3291840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insights for stock forecasting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 on underperforming items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popular products before peak periods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206240" cy="1755648"/>
          </a:xfrm>
          <a:prstGeom prst="rect">
            <a:avLst/>
          </a:prstGeom>
          <a:solidFill>
            <a:srgbClr val="1C2E45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816352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28163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Customer Preferences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64608" y="3291840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payment method trends for offers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recommendations using sales data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mix based on customer choices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736592"/>
            <a:ext cx="9144000" cy="265176"/>
          </a:xfrm>
          <a:prstGeom prst="rect">
            <a:avLst/>
          </a:prstGeom>
          <a:solidFill>
            <a:srgbClr val="1C2E45"/>
          </a:solidFill>
          <a:ln w="12700">
            <a:solidFill>
              <a:srgbClr val="1C2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36592"/>
            <a:ext cx="8503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these recommendations can increase annual revenue by 15–20% and improve customer retention.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"/>
            <a:ext cx="109728" cy="4864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91440"/>
            <a:ext cx="4389120" cy="475488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548640"/>
            <a:ext cx="3200400" cy="32004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FC84A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188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" y="320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1323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846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48840"/>
            <a:ext cx="64008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48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helps businesses make better decisions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64008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tools were used to analyze coffee sales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64008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provides clear business insights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64008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88597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practical data analyst skills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0" y="4041648"/>
            <a:ext cx="35204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0416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·  2026</a:t>
            </a:r>
            <a:endParaRPr 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7FAE8B-05AC-EBAB-2F32-C1E1E94CF236}"/>
              </a:ext>
            </a:extLst>
          </p:cNvPr>
          <p:cNvSpPr txBox="1"/>
          <p:nvPr/>
        </p:nvSpPr>
        <p:spPr>
          <a:xfrm>
            <a:off x="352044" y="4430268"/>
            <a:ext cx="486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 - https://github.com/sohamsutar07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667</Words>
  <Application>Microsoft Office PowerPoint</Application>
  <PresentationFormat>On-screen Show (16:9)</PresentationFormat>
  <Paragraphs>158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Data Analysis</dc:title>
  <dc:subject>PptxGenJS Presentation</dc:subject>
  <dc:creator>PptxGenJS</dc:creator>
  <cp:lastModifiedBy>Soham Sutar</cp:lastModifiedBy>
  <cp:revision>2</cp:revision>
  <dcterms:created xsi:type="dcterms:W3CDTF">2026-03-13T17:15:07Z</dcterms:created>
  <dcterms:modified xsi:type="dcterms:W3CDTF">2026-03-13T19:09:21Z</dcterms:modified>
</cp:coreProperties>
</file>